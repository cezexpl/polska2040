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Polska 2040: odporność i ciągłość państwa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Suwerenność technologiczna jako zdolność działania mimo zakłóceń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Niezależny draft ekspercki v0.1 · 21.07.2026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Nie autarkia, lecz kontrola ryzyka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Samodzielna decyzja o krytycznych funkcjach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Kontrola danych, konfiguracji, interfejsów i cyklu życia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Przetestowane alternatywy oraz zdolność naprawy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Interoperacyjność i skala sojusznicza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Pięć testów strategicznych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Efekt: jaki interes państwa realizuje?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Kontrola: co musi pozostać w polskiej gestii?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Ciągłość: czy system działa i odtwarza się w zakłóceniu?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Sojuszniczość i odpowiedzialność: czy jest interoperacyjny, legalny i sterowalny?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Jeden system realizacji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4983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Potrzeba → dane → prototyp → test → mała partia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Skala albo zamknięcie na podstawie wyniku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Produkcja, serwis, eksport i aktualizacja</a:t>
            </a:r>
          </a:p>
        </p:txBody>
      </p:sp>
      <p:pic>
        <p:nvPicPr>
          <p:cNvPr id="5" name="Picture 4" descr="Cykl realizacji zdolności" title="Cykl realizacji zdolnoś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349240" cy="2071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Ciągłość ponad kadencjami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Stałe definicje i coroczny przegląd, nie stałe produkty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Jawne raportowanie projektów zamkniętych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Sunset review dla instytucji i programów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Horyzont 2040 nie gwarantuje finansowania do 2040 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NATO i 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Polski program ma wzmacniać wspólne działanie, nie zamykać rynku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European Drone Defence Initiative i Eastern Flank Watch są flagowe — CLM-1222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Kamień milowy nie jest dowodem osiągniętej funkcjonalności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Właściwe szczegóły pozostają w autoryzowanym planowaniu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Partnerstwo z Ukrainą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Ramy dla łańcuchów, lokalizacji, produkcji i IP — CLM-1212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Portfolio B+R, testów, licencji, produkcji i JV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Brak preferencji bez porównania i due diligence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Ciągłość po zmianie właściciela lub sytuacji politycznej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Odpowiedzialne AI i dane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Legalność, rozliczalność, śledzenie, niezawodność, sterowalność, bias — CLM-1220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Dane w kontrolowanym środowisku z odseparowanym testem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Karta modelu, monitoring i prawo wycofania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Brave1 Dataroom jest wzorcem mechanizmu, nie gotową architekturą — CLM-1216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Odporność przemysłowa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Rozproszona integracja, komponenty, serwis i logistyka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Zweryfikowana substytucja, nie sama lista dostawców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Zarządzanie konfiguracją i prawa do cyklu życia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Ćwiczenie produkcji i odtworzenia bez ujawniania wrażliwych danych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Rola Prezydenta i BBN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Wspierać formalne mapowanie programu do dokumentów bezpieczeństwa państwa — CLM-0104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Zarekomendować właściwym organom roczny przegląd odporności i interoperacyjności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Wspierać utworzenie przez właściwy organ niezależnego red-teamu i ciągłość strategiczną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Nie wybierać dostawcy ani zastępować wykonawczej roli rządu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Największe ryzyka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Autarkia, silos jednej technologii i zależność od jednej firmy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Skala przed dowodem oraz utrzymywanie porażki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Nadmierna tajność albo ujawnienie podatności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AI bez kontroli i program przechwycony przez dostawców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Decyzja strategiczna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KANDYDAT DEC-0001: zarekomendować RM ponadresortowy przegląd i wesprzeć dialog Prezydent–Premier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KANDYDAT DEC-0002: zarekomendować RM wskazanie jednego właściciela portfela, bez przejmowania funkcji wykonawczej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KANDYDAT DEC-0003: wesprzeć portfel pilotaży warunkowanych dowodem użytkownika i możliwością zamknięcia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KANDYDAT DEC-0010: zarekomendować właściwemu organowi jawny dashboard i coroczny raport, z oddzielonym aneksem autoryzowanym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