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Poland 2040: Technology Sovereignty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Autonomous systems, AI and dual-use industrial capacity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Independent expert draft v0.1 · 21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The strategic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Build a repeatable delivery system, not a single drone programme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Connect demand, data, testing, procurement, production and talent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Learn through limited commitments before scaling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Close weak projects transparently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Sovereignty means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Control critical data, interfaces, configuration and lifecycle rights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Maintain, repair and update despite disruption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Qualify alternatives and trusted allied suppliers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Avoid economically unrealistic autarky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The delivery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4983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Need → data → prototype → user test → limited batch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Scale, iterate, retain as research or close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Production, service, export and continuous update</a:t>
            </a:r>
          </a:p>
        </p:txBody>
      </p:sp>
      <p:pic>
        <p:nvPicPr>
          <p:cNvPr id="5" name="Picture 4" descr="Delivery cycle from need to update" title="Delivery cycle from need to upd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349240" cy="2071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Governance and accountability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A formal strategy owner plus a cross-government delivery integrator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Exactly one accountable owner per result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Separate demand, funding, testing and acceptance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Independent evidence review and conflict-of-interest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Responsible AI and secure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Federated data ownership and controlled analytical environments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Versioned data, code, models and configuration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Independent test sets, monitoring and safe withdrawal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NATO's six Responsible Use principles as a minimum — CLM-1220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Industrial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Distributed integration, components, software, service and logistics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Control / co-control / diversify / consciously accept dependency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Modular capacity and tested substitution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Lifecycle value in Poland, not final assembly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Poland–Ukraine portfolio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The bilateral framework covers supply chains, location, joint production and IP — CLM-1212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Use R&amp;D, testing, licensing, production and JV selectively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Ownership, cyber, export control, IP and continuity due diligence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No preferred company without comparison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European and allied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Poland already participates in BraveTech EU — CLM-1214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The initiative's stated total budget is EUR 100 million — CLM-1213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Measure tests, follow-on contracts, investment, IP and production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Keep national, EU and NATO planning coherent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Talent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Existing universities, technical schools and industrial teams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Test rapid reskilling as a candidate early-capacity pathway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Practical projects and long placements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Compare competence, cost, employment and 12/24-month retention with a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Civil productivity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Energy and infrastructure inspection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Logistics, rail, agriculture, maritime and environmental applications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Demand-led pilots with a baseline and post-pilot buyer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Shared modules where they create real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Candidate partnership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Not an official offer; subject to Polish government approval and legal review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Security due diligence is required before any testing, data access or cooperation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Candidate inputs: measurable needs, modular products, benchmarks and shared risk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Potential allied inputs: security-assessed testing, supply chains, scale and compliant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Independent public-source analytical draft — no classified material — not a government document.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