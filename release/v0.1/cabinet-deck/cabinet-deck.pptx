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Polska 2040: decyzje Rady Ministrów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Suwerenność technologiczna jako system realizacji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Niezależny draft ekspercki v0.1 · 21.07.2026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Dziś: mandat i przegląd — nie docelowy budżet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Decyzja, nie manifest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KANDYDAT DEC-0001: uruchomić sześciomiesięczny przegląd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KANDYDAT DEC-0002: wskazać właściwego ministra i integratora portfela przy KPRM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KANDYDAT DEC-0003: uruchomić ograniczone pilotaże z bramkami stop/go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Wrócić do RM z bazą, wariantami finansowymi i red-team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Dlaczego teraz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SAFE: umowa pożyczki 43,7 mld EUR; nie dotacja ani pełna wypłata — CLM-1208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Plan KPRM: 89% dla polskiej gospodarki; wynik wymaga pomiaru — CLM-1209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Polska już uczestniczy w BraveTech EU — CLM-1214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Okno finansowania bez wspólnego systemu może utrwalić fragmentację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Diagnoza: osiem wąskich gardeł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Potrzeba i użytkownik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Dane, test i zamówienie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Produkcja, komponenty i serwis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Kadry, finansowanie, prawo i eksport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Cykl realizacji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49834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Każdy etap ma właściciela, dowód i warunek wyjścia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Zamknięcie projektu jest wynikiem, nie porażką</a:t>
            </a:r>
          </a:p>
        </p:txBody>
      </p:sp>
      <p:pic>
        <p:nvPicPr>
          <p:cNvPr id="5" name="Picture 4" descr="Cykl od problemu do aktualizacji" title="Cykl od problemu do aktualizacj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91640"/>
            <a:ext cx="5349240" cy="20713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Governance: najpierw istniejące mechanizmy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Właściwy minister prowadzi dokument i formalny proces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Funkcja KPRM integruje portfel, dane i eskalacje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Resorty zachowują odpowiedzialność wykonawczą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Nowy pełnomocnik dopiero po dowodzie niewydolności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Pierwsze 100 dni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49834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REKOMENDACJA: mandat, RACI, audyt bazowy i katalog problemów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Pilotaż danych, testów i kontraktów etapowych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Raport luk, sprzeczności i kosztu działań odwracalnych</a:t>
            </a:r>
          </a:p>
        </p:txBody>
      </p:sp>
      <p:pic>
        <p:nvPicPr>
          <p:cNvPr id="5" name="Picture 4" descr="Horyzonty realizacji programu" title="Horyzonty realizacji program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91640"/>
            <a:ext cx="5349240" cy="20713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Zamówienia iteracyjne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Problem → wykonalność → prototyp → test użytkownika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Mała partia kupuje dane niezawodności i serwisu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Skala wymaga TCO, cyber, praw i alternatyw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Opcja nie jest automatycznym zobowiązaniem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Dane i odpowiedzialne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Federacja właścicieli danych, nie jedno centralne jezioro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Odseparowany test, wersjonowanie i pełny ślad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Karta modelu, monitoring i prawo wstrzymania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Minimum: sześć zasad NATO — CLM-1220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Przemysł i cykl życia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Kontroluj / współkontroluj / dywersyfikuj / zaakceptuj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Mierz zweryfikowaną moc, nie deklarację nominalną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Interfejsy, konfiguracja, naprawa i aktualizacje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Ćwiczenia 30/90/180 dni jako test, nie obietnica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Kadry: popyt przed skalą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Technicy, produkcja i serwis równie ważne jak konstruktorzy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HIPOTEZA DO PRZETESTOWANIA: przekwalifikowanie może dać wcześniejszy mierzalny efekt niż nowa uczelnia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Istniejące szkoły i uczelnie tworzą sieć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Porównać koszt, kompetencję, zatrudnienie i retencję 12/24 miesiące względem bazy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Ukraina, UE i NATO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Portfolio partnerstw, nie jeden preferowany dostawca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Umowa Polska–Ukraina daje ramy, nie gotowe JV — CLM-1212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BraveTech EU: mierzyć testy, kontrakty, inwestycje i IP — CLM-1213/1214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Due diligence: właściciele, cyber, eksport i ciągłość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Finansowanie: trzy scenariusze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L: integracja i ograniczony pilotaż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B: dane, małe partie, komponenty, kadry i regiony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H: szeroki CAPEX tylko po bazie, popycie i decyzji ryzyka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Jeden identyfikator kosztu — zero podwójnego liczenia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Dashboard i ryzyka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KPI: czas, test użytkownika, TCO, substytucja, retencja, eksport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Raportować projekty zamknięte i uniknięte zobowiązania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Ryzyka: vendor capture, pozorna lokalizacja, skala przed dowodem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Red-team niezależny od autora, finansującego i dostawcy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Decyzje na dziś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KANDYDACI DEC-0001 i DEC-0002: zatwierdzić mandat, właścicieli i dwukwartalny test modelu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KANDYDACI DEC-0003 i DEC-0004: uruchomić portfel pilotaży, pilotaż danych i kontrakty dowodowe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KANDYDAT DEC-0008: zlecić model finansowy; nie zatwierdzać dziś docelowej kwoty, fabryki ani dostawcy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KANDYDAT DEC-0010: przygotować dashboard; za 6 miesięcy skalować, poprawić albo zamknąć na podstawie dowodów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